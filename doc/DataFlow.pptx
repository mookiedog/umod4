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BF56DB-6D0E-48AA-AD03-7355D7A910EA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F91BB-8267-4F27-8C00-6AD6EF7C3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965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F91BB-8267-4F27-8C00-6AD6EF7C3C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769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69307-4FC3-D8B5-A23E-09773AA6B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8F5895-43C7-5AAB-DED3-4E0D7CF5FB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3297B-6473-AFF9-D08E-EC7F130A5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1AC5-8B23-4EA6-A1D0-2FC69E64576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29EDF-8C10-09BA-A8E5-86D2C7A9B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D31AF-423D-B107-0CFC-A848E45A3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14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490E7-B5D6-E7D7-CA00-A1AF7E833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7AD63-09A4-EA2A-1B81-3AD6D20B9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C944B-349C-14AD-C5E5-F134BB044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1AC5-8B23-4EA6-A1D0-2FC69E64576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F049C-2D4E-79D3-5C53-BBD3D310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5748E-5A18-C2D9-9536-14E66357B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03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28BF5-A735-481F-52B1-EFB344218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1E573-5C5E-F85A-79C9-24F22A548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224D6-DE38-A61B-8801-CE728A3C2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1AC5-8B23-4EA6-A1D0-2FC69E64576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EDB72-A827-D2A7-4CF3-EDDAE4F38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88143-C08C-45B0-52B9-D9CC6D2A9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57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DB489-82A1-B7F5-AAD0-9B333041C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962A2-B847-F79E-AC16-A46C11BE6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69D07-9F04-D8D4-EF07-7A36B6AAB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1CB51-8AEB-F37C-A0F9-5CA9672CC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1AC5-8B23-4EA6-A1D0-2FC69E64576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B50A9-2140-4C81-BF45-DD3EBAEA5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E3ECE-1380-078F-40D1-7479222A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83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E391D-83AD-3A34-E2D2-1442AC546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F98EE-D93A-4D00-A5B1-9E1954CF9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27FBEF-4B7E-319E-70A2-935FB2F7F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AAE6CB-A36F-F47E-D5C0-CFF82B5218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32437A-B34C-153A-E3E8-7C0019CE4A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B5B16C-6DE5-1D36-E739-D47E113DF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1AC5-8B23-4EA6-A1D0-2FC69E64576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0C3262-86A6-8456-834A-BD3C9EBFD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661224-1879-64A3-2373-54B4B5FED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1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FCB97-5B2D-7463-EC1E-BE295E38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8313C1-2040-53BC-F662-BBBF46D0C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1AC5-8B23-4EA6-A1D0-2FC69E64576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E8D7D1-AF17-8B5C-95BD-A513ABC0E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ED0AD0-8384-D052-896C-E94D8C15A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413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20544F-2E4D-0E74-D74D-BCD3DEE6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1AC5-8B23-4EA6-A1D0-2FC69E64576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FC8A32-BE9D-1D7A-5603-FF0745B66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4D3E4-A001-160E-4F9B-6C637788B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635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B83BE-13F5-5AC7-75E2-64C126F87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3180E-50E3-E4A4-79F2-FEB47025B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F246FA-E1F1-4A99-7CE2-EE1EAFA3D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D2E7F-0679-17F8-A89B-CC10FEE5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1AC5-8B23-4EA6-A1D0-2FC69E64576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5A45D-899D-EBF3-4230-E4BC106FC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F922A-5A03-389C-4369-DB601C14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64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CA612-CE27-D4A9-27BA-4B077CD6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9DE462-AAF9-9701-D03F-805FDBCF6B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C2178-8EFD-28B2-F47A-2E8475E66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A3AFE-E59F-0380-45CB-2A908F8CF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1AC5-8B23-4EA6-A1D0-2FC69E64576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0DAA9-3CDF-F865-983C-45639E425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14C05-AD81-E995-DF4B-D58C42CBD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11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C5692-399E-DE44-6F8A-B32875B9E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E86CDD-BAEF-1C1A-481D-21CCC4E98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83E14-295B-11B6-2627-97236C66A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1AC5-8B23-4EA6-A1D0-2FC69E64576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BA3CD-0AD7-A9B5-E209-C08BBC584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4D628-0986-826D-89FB-553484E3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60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6A04DB-9B03-284E-A312-8225D5A1FC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6F26D-3D76-560B-BC96-6149F176F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A6A22-3A71-C49E-78F3-E8C2334EB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1AC5-8B23-4EA6-A1D0-2FC69E64576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F024C-7D6C-3D5C-2298-F7351598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67AC2-784E-2CE9-6417-C6B36A82D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23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025B38-13D4-5A58-E76D-77DEDFD19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CE1B1-C13E-0890-6C24-119E1DAF0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F777F-BED0-AFF1-8426-F432A23E9A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931AC5-8B23-4EA6-A1D0-2FC69E645765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F5186-4343-CD9B-23A7-D7D2B271A6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F3842-45BF-B27E-E87E-9347A9D86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687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3B6B3-75C4-7706-0976-FEFBBB7BD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375" y="556051"/>
            <a:ext cx="10515600" cy="55764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Umod4 Data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0C15EF-6F90-9313-66ED-FC338E22FFB9}"/>
              </a:ext>
            </a:extLst>
          </p:cNvPr>
          <p:cNvSpPr/>
          <p:nvPr/>
        </p:nvSpPr>
        <p:spPr>
          <a:xfrm>
            <a:off x="1183912" y="2141663"/>
            <a:ext cx="850252" cy="145985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EC01AA-F307-12E8-DFBB-70C02104E881}"/>
              </a:ext>
            </a:extLst>
          </p:cNvPr>
          <p:cNvSpPr/>
          <p:nvPr/>
        </p:nvSpPr>
        <p:spPr>
          <a:xfrm>
            <a:off x="2943225" y="1684076"/>
            <a:ext cx="3448050" cy="33387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9C4CEC-D736-2833-C808-C8B6821BDE47}"/>
              </a:ext>
            </a:extLst>
          </p:cNvPr>
          <p:cNvSpPr txBox="1"/>
          <p:nvPr/>
        </p:nvSpPr>
        <p:spPr>
          <a:xfrm>
            <a:off x="4611617" y="1705346"/>
            <a:ext cx="2379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EP </a:t>
            </a:r>
            <a:r>
              <a:rPr lang="en-US" sz="1100" dirty="0"/>
              <a:t>(</a:t>
            </a:r>
            <a:r>
              <a:rPr lang="en-US" sz="1100" dirty="0" err="1"/>
              <a:t>Eprom</a:t>
            </a:r>
            <a:r>
              <a:rPr lang="en-US" sz="1100" dirty="0"/>
              <a:t>: RP2040)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C23C8F-46B9-47C0-6FCE-2D2A311B67B8}"/>
              </a:ext>
            </a:extLst>
          </p:cNvPr>
          <p:cNvSpPr txBox="1"/>
          <p:nvPr/>
        </p:nvSpPr>
        <p:spPr>
          <a:xfrm>
            <a:off x="2008859" y="2574225"/>
            <a:ext cx="1038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EPROM Reads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4B263C9-7CF6-273C-7FFC-D36DB199A9FF}"/>
              </a:ext>
            </a:extLst>
          </p:cNvPr>
          <p:cNvCxnSpPr>
            <a:cxnSpLocks/>
          </p:cNvCxnSpPr>
          <p:nvPr/>
        </p:nvCxnSpPr>
        <p:spPr>
          <a:xfrm flipV="1">
            <a:off x="2943225" y="3089242"/>
            <a:ext cx="3448050" cy="529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664381-ACF1-1583-6641-3EFBD8B6E4C5}"/>
              </a:ext>
            </a:extLst>
          </p:cNvPr>
          <p:cNvCxnSpPr>
            <a:cxnSpLocks/>
          </p:cNvCxnSpPr>
          <p:nvPr/>
        </p:nvCxnSpPr>
        <p:spPr>
          <a:xfrm flipV="1">
            <a:off x="2943225" y="2055694"/>
            <a:ext cx="3448050" cy="118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84E31C5-7A1E-1E05-6768-FE1853DA18F8}"/>
              </a:ext>
            </a:extLst>
          </p:cNvPr>
          <p:cNvSpPr txBox="1"/>
          <p:nvPr/>
        </p:nvSpPr>
        <p:spPr>
          <a:xfrm>
            <a:off x="2968530" y="2054370"/>
            <a:ext cx="15333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Core1: Fake EPROM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6F20AC-E706-35ED-4908-7A53564712FF}"/>
              </a:ext>
            </a:extLst>
          </p:cNvPr>
          <p:cNvSpPr txBox="1"/>
          <p:nvPr/>
        </p:nvSpPr>
        <p:spPr>
          <a:xfrm>
            <a:off x="3003256" y="3091102"/>
            <a:ext cx="31431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Core0: Control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1E99C-2FC8-FB2E-33D3-77232F081516}"/>
              </a:ext>
            </a:extLst>
          </p:cNvPr>
          <p:cNvSpPr/>
          <p:nvPr/>
        </p:nvSpPr>
        <p:spPr>
          <a:xfrm>
            <a:off x="5070984" y="2846386"/>
            <a:ext cx="1126748" cy="4066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BC82EF-5096-3B4A-904B-4AC7DED7A7F9}"/>
              </a:ext>
            </a:extLst>
          </p:cNvPr>
          <p:cNvSpPr/>
          <p:nvPr/>
        </p:nvSpPr>
        <p:spPr>
          <a:xfrm rot="16200000">
            <a:off x="3560503" y="2053630"/>
            <a:ext cx="556409" cy="108545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80B9FE-9722-3EBC-2F6C-FCA8C4421855}"/>
              </a:ext>
            </a:extLst>
          </p:cNvPr>
          <p:cNvSpPr txBox="1"/>
          <p:nvPr/>
        </p:nvSpPr>
        <p:spPr>
          <a:xfrm>
            <a:off x="3248004" y="2351029"/>
            <a:ext cx="13021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Emulated HC11 Memory</a:t>
            </a:r>
          </a:p>
          <a:p>
            <a:r>
              <a:rPr lang="en-US" sz="1000" dirty="0"/>
              <a:t>(ROM and RAM)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980EF59-F70A-FEF0-FE0E-E46E4E4AB08E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4397640" y="2448977"/>
            <a:ext cx="1236718" cy="397409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F8B3D0C-8D3F-B7C6-A705-B9CFC7E23759}"/>
              </a:ext>
            </a:extLst>
          </p:cNvPr>
          <p:cNvSpPr txBox="1"/>
          <p:nvPr/>
        </p:nvSpPr>
        <p:spPr>
          <a:xfrm>
            <a:off x="5070983" y="2837711"/>
            <a:ext cx="1080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Inter-core FIFO</a:t>
            </a:r>
          </a:p>
          <a:p>
            <a:r>
              <a:rPr lang="en-US" sz="1000" dirty="0"/>
              <a:t>(32-bits, 8 deep)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ED0463-519A-5169-C214-6D234B05BB95}"/>
              </a:ext>
            </a:extLst>
          </p:cNvPr>
          <p:cNvSpPr/>
          <p:nvPr/>
        </p:nvSpPr>
        <p:spPr>
          <a:xfrm rot="16200000">
            <a:off x="3471739" y="4081119"/>
            <a:ext cx="556409" cy="85422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78F09D-7840-714C-6241-688ABFDE34AB}"/>
              </a:ext>
            </a:extLst>
          </p:cNvPr>
          <p:cNvSpPr txBox="1"/>
          <p:nvPr/>
        </p:nvSpPr>
        <p:spPr>
          <a:xfrm>
            <a:off x="3263637" y="4228320"/>
            <a:ext cx="10106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PIO TX</a:t>
            </a:r>
          </a:p>
          <a:p>
            <a:r>
              <a:rPr lang="en-US" sz="1000" dirty="0"/>
              <a:t>32N1</a:t>
            </a:r>
          </a:p>
          <a:p>
            <a:r>
              <a:rPr lang="en-US" sz="1000" dirty="0"/>
              <a:t>TX FIFO 8 deep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1C482D2-4286-7450-077A-A4712EA6C473}"/>
              </a:ext>
            </a:extLst>
          </p:cNvPr>
          <p:cNvSpPr/>
          <p:nvPr/>
        </p:nvSpPr>
        <p:spPr>
          <a:xfrm>
            <a:off x="5333474" y="4042962"/>
            <a:ext cx="867621" cy="75961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925B75-33C8-DCAF-99B6-239F8618EE6A}"/>
              </a:ext>
            </a:extLst>
          </p:cNvPr>
          <p:cNvSpPr txBox="1"/>
          <p:nvPr/>
        </p:nvSpPr>
        <p:spPr>
          <a:xfrm>
            <a:off x="5289717" y="4040260"/>
            <a:ext cx="9643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Stream Buffer</a:t>
            </a:r>
          </a:p>
          <a:p>
            <a:endParaRPr lang="en-US" sz="1000" dirty="0"/>
          </a:p>
          <a:p>
            <a:r>
              <a:rPr lang="en-US" sz="1000" dirty="0"/>
              <a:t>32K Entries</a:t>
            </a:r>
          </a:p>
          <a:p>
            <a:r>
              <a:rPr lang="en-US" sz="1000" dirty="0"/>
              <a:t>16-bits each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5DC1F40-D2D1-E1F7-8D22-AD86E57BBF11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5634358" y="3253011"/>
            <a:ext cx="0" cy="18521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C6E10B6-65E3-7158-B89B-1B73C31EAA0E}"/>
              </a:ext>
            </a:extLst>
          </p:cNvPr>
          <p:cNvCxnSpPr>
            <a:cxnSpLocks/>
          </p:cNvCxnSpPr>
          <p:nvPr/>
        </p:nvCxnSpPr>
        <p:spPr>
          <a:xfrm flipH="1">
            <a:off x="5168900" y="4476750"/>
            <a:ext cx="17164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67FD0F-355A-B15E-7745-F81B489DDD8D}"/>
              </a:ext>
            </a:extLst>
          </p:cNvPr>
          <p:cNvCxnSpPr>
            <a:cxnSpLocks/>
          </p:cNvCxnSpPr>
          <p:nvPr/>
        </p:nvCxnSpPr>
        <p:spPr>
          <a:xfrm>
            <a:off x="2049119" y="2486642"/>
            <a:ext cx="1256987" cy="528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7856C62-C73F-467E-6754-BACD810E8307}"/>
              </a:ext>
            </a:extLst>
          </p:cNvPr>
          <p:cNvSpPr txBox="1"/>
          <p:nvPr/>
        </p:nvSpPr>
        <p:spPr>
          <a:xfrm>
            <a:off x="4397641" y="2245577"/>
            <a:ext cx="2018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Captured Log Write Events</a:t>
            </a:r>
          </a:p>
          <a:p>
            <a:r>
              <a:rPr lang="en-US" sz="1000" dirty="0"/>
              <a:t>(HC11 bus 30 bits)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CB566FD-FE09-9699-1862-F8816A6AC038}"/>
              </a:ext>
            </a:extLst>
          </p:cNvPr>
          <p:cNvCxnSpPr>
            <a:cxnSpLocks/>
          </p:cNvCxnSpPr>
          <p:nvPr/>
        </p:nvCxnSpPr>
        <p:spPr>
          <a:xfrm flipH="1" flipV="1">
            <a:off x="2034164" y="2593593"/>
            <a:ext cx="1261818" cy="8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95963332-3CB1-B477-BACB-12E1956F2EE6}"/>
              </a:ext>
            </a:extLst>
          </p:cNvPr>
          <p:cNvSpPr/>
          <p:nvPr/>
        </p:nvSpPr>
        <p:spPr>
          <a:xfrm>
            <a:off x="5070984" y="3449805"/>
            <a:ext cx="1126748" cy="4066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A2C63DF-BD5F-4EA3-0FFB-4087662EE037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5634358" y="3856430"/>
            <a:ext cx="0" cy="18521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7551D13-CCA7-DF09-4CC1-8A3654D7219F}"/>
              </a:ext>
            </a:extLst>
          </p:cNvPr>
          <p:cNvSpPr txBox="1"/>
          <p:nvPr/>
        </p:nvSpPr>
        <p:spPr>
          <a:xfrm>
            <a:off x="5000663" y="3442140"/>
            <a:ext cx="1304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Format Log Event as LogID:8/Data:8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153A081-DD85-B8BF-3C0D-00C424F692C0}"/>
              </a:ext>
            </a:extLst>
          </p:cNvPr>
          <p:cNvSpPr/>
          <p:nvPr/>
        </p:nvSpPr>
        <p:spPr>
          <a:xfrm rot="16200000">
            <a:off x="1676072" y="3745055"/>
            <a:ext cx="556409" cy="155627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61E9311-72E0-9B4C-A43C-3A9171464123}"/>
              </a:ext>
            </a:extLst>
          </p:cNvPr>
          <p:cNvSpPr txBox="1"/>
          <p:nvPr/>
        </p:nvSpPr>
        <p:spPr>
          <a:xfrm>
            <a:off x="1219194" y="4239182"/>
            <a:ext cx="14440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Serial FLASH (16 MB)</a:t>
            </a:r>
          </a:p>
          <a:p>
            <a:r>
              <a:rPr lang="en-US" sz="1000" dirty="0"/>
              <a:t>EPROM Image Library</a:t>
            </a:r>
          </a:p>
          <a:p>
            <a:r>
              <a:rPr lang="en-US" sz="1000" dirty="0"/>
              <a:t>BSON Metadata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CD45278-8667-B069-05F9-DDC83D8512E5}"/>
              </a:ext>
            </a:extLst>
          </p:cNvPr>
          <p:cNvSpPr txBox="1"/>
          <p:nvPr/>
        </p:nvSpPr>
        <p:spPr>
          <a:xfrm>
            <a:off x="1177037" y="2234313"/>
            <a:ext cx="10092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ECU</a:t>
            </a:r>
          </a:p>
          <a:p>
            <a:r>
              <a:rPr lang="en-US" sz="1200" dirty="0"/>
              <a:t>HC11 CPU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0D4D4EB-7030-EDFA-3804-2BD2D21D5C19}"/>
              </a:ext>
            </a:extLst>
          </p:cNvPr>
          <p:cNvSpPr txBox="1"/>
          <p:nvPr/>
        </p:nvSpPr>
        <p:spPr>
          <a:xfrm>
            <a:off x="1972500" y="2289724"/>
            <a:ext cx="10825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Log/RAM Writes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2372EB1C-389E-E599-CEA8-5750E6C7B8A2}"/>
              </a:ext>
            </a:extLst>
          </p:cNvPr>
          <p:cNvCxnSpPr>
            <a:cxnSpLocks/>
          </p:cNvCxnSpPr>
          <p:nvPr/>
        </p:nvCxnSpPr>
        <p:spPr>
          <a:xfrm rot="10800000">
            <a:off x="2023335" y="3180796"/>
            <a:ext cx="1120047" cy="459594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E4A29CD9-3A97-6996-003D-07ED5D2610E2}"/>
              </a:ext>
            </a:extLst>
          </p:cNvPr>
          <p:cNvSpPr txBox="1"/>
          <p:nvPr/>
        </p:nvSpPr>
        <p:spPr>
          <a:xfrm>
            <a:off x="2034164" y="3220360"/>
            <a:ext cx="1038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RESET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7F5295E-19A9-A56A-467F-0D403EBA7541}"/>
              </a:ext>
            </a:extLst>
          </p:cNvPr>
          <p:cNvCxnSpPr>
            <a:cxnSpLocks/>
          </p:cNvCxnSpPr>
          <p:nvPr/>
        </p:nvCxnSpPr>
        <p:spPr>
          <a:xfrm flipV="1">
            <a:off x="3236403" y="4028315"/>
            <a:ext cx="0" cy="53098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9D0E2B07-D477-355A-6C98-363EA3BC7D97}"/>
              </a:ext>
            </a:extLst>
          </p:cNvPr>
          <p:cNvSpPr/>
          <p:nvPr/>
        </p:nvSpPr>
        <p:spPr>
          <a:xfrm rot="16200000">
            <a:off x="3426697" y="3044424"/>
            <a:ext cx="702518" cy="126914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7709AE3-04D8-9306-F9B2-0318EF6B7A25}"/>
              </a:ext>
            </a:extLst>
          </p:cNvPr>
          <p:cNvSpPr txBox="1"/>
          <p:nvPr/>
        </p:nvSpPr>
        <p:spPr>
          <a:xfrm>
            <a:off x="3128018" y="3328568"/>
            <a:ext cx="1480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EPROM Loader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Image Combiner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Descrambler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HC11 RESET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6B8A7B4-C1EA-0722-7C68-A37F40DCC6D9}"/>
              </a:ext>
            </a:extLst>
          </p:cNvPr>
          <p:cNvCxnSpPr>
            <a:cxnSpLocks/>
          </p:cNvCxnSpPr>
          <p:nvPr/>
        </p:nvCxnSpPr>
        <p:spPr>
          <a:xfrm flipV="1">
            <a:off x="4169062" y="2880961"/>
            <a:ext cx="0" cy="44677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5836101-CBD9-AA5F-9AE6-EFF52A9D9BB3}"/>
              </a:ext>
            </a:extLst>
          </p:cNvPr>
          <p:cNvSpPr/>
          <p:nvPr/>
        </p:nvSpPr>
        <p:spPr>
          <a:xfrm>
            <a:off x="7116774" y="1974444"/>
            <a:ext cx="2545867" cy="237486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E1725CA-7A74-577D-9CB9-900DAC6C4200}"/>
              </a:ext>
            </a:extLst>
          </p:cNvPr>
          <p:cNvCxnSpPr>
            <a:cxnSpLocks/>
          </p:cNvCxnSpPr>
          <p:nvPr/>
        </p:nvCxnSpPr>
        <p:spPr>
          <a:xfrm>
            <a:off x="3899071" y="4795504"/>
            <a:ext cx="0" cy="34991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5D8D1F3-8C39-8B2F-0807-65D6498B18D2}"/>
              </a:ext>
            </a:extLst>
          </p:cNvPr>
          <p:cNvCxnSpPr>
            <a:cxnSpLocks/>
          </p:cNvCxnSpPr>
          <p:nvPr/>
        </p:nvCxnSpPr>
        <p:spPr>
          <a:xfrm>
            <a:off x="3899071" y="5138064"/>
            <a:ext cx="385884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0BB74F05-4134-CA7C-2B9F-12C69C9005AE}"/>
              </a:ext>
            </a:extLst>
          </p:cNvPr>
          <p:cNvCxnSpPr>
            <a:cxnSpLocks/>
          </p:cNvCxnSpPr>
          <p:nvPr/>
        </p:nvCxnSpPr>
        <p:spPr>
          <a:xfrm flipH="1" flipV="1">
            <a:off x="7747000" y="4121150"/>
            <a:ext cx="80" cy="10169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2A249469-1134-00E7-1D28-2AE05CFF6385}"/>
              </a:ext>
            </a:extLst>
          </p:cNvPr>
          <p:cNvSpPr/>
          <p:nvPr/>
        </p:nvSpPr>
        <p:spPr>
          <a:xfrm rot="16200000">
            <a:off x="7564065" y="3360035"/>
            <a:ext cx="556408" cy="98256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A875379-8B84-3323-E0F1-BF5A33FED422}"/>
              </a:ext>
            </a:extLst>
          </p:cNvPr>
          <p:cNvSpPr txBox="1"/>
          <p:nvPr/>
        </p:nvSpPr>
        <p:spPr>
          <a:xfrm>
            <a:off x="7341912" y="3576528"/>
            <a:ext cx="11369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PIO RX</a:t>
            </a:r>
          </a:p>
          <a:p>
            <a:r>
              <a:rPr lang="en-US" sz="1000" dirty="0"/>
              <a:t>32N1</a:t>
            </a:r>
          </a:p>
          <a:p>
            <a:r>
              <a:rPr lang="en-US" sz="1000" dirty="0"/>
              <a:t>RX FIFO 8 deep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02C4923-C89D-135E-8674-3F2351B96700}"/>
              </a:ext>
            </a:extLst>
          </p:cNvPr>
          <p:cNvSpPr/>
          <p:nvPr/>
        </p:nvSpPr>
        <p:spPr>
          <a:xfrm>
            <a:off x="8513795" y="4481619"/>
            <a:ext cx="1162050" cy="5412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1CEAA2C-A176-ECF1-248D-08C8021D4B81}"/>
              </a:ext>
            </a:extLst>
          </p:cNvPr>
          <p:cNvSpPr txBox="1"/>
          <p:nvPr/>
        </p:nvSpPr>
        <p:spPr>
          <a:xfrm>
            <a:off x="8513794" y="4488544"/>
            <a:ext cx="11369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GPS: NEO-8</a:t>
            </a:r>
          </a:p>
          <a:p>
            <a:r>
              <a:rPr lang="en-US" sz="1000" dirty="0"/>
              <a:t>UART 8N1</a:t>
            </a:r>
          </a:p>
          <a:p>
            <a:r>
              <a:rPr lang="en-US" sz="1000" dirty="0"/>
              <a:t>460800 baud</a:t>
            </a:r>
          </a:p>
          <a:p>
            <a:endParaRPr lang="en-US" sz="1000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EBCD0FB-B3CC-5B30-8454-6CA506351902}"/>
              </a:ext>
            </a:extLst>
          </p:cNvPr>
          <p:cNvSpPr/>
          <p:nvPr/>
        </p:nvSpPr>
        <p:spPr>
          <a:xfrm rot="16200000">
            <a:off x="8215282" y="2325942"/>
            <a:ext cx="447701" cy="7322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D0D39A1-C4B0-AE70-7BC8-38A8471FFA9B}"/>
              </a:ext>
            </a:extLst>
          </p:cNvPr>
          <p:cNvSpPr txBox="1"/>
          <p:nvPr/>
        </p:nvSpPr>
        <p:spPr>
          <a:xfrm>
            <a:off x="8196948" y="2507915"/>
            <a:ext cx="5822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SD Card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B81145A9-A4D2-B3C9-24CC-CABACB43AD3A}"/>
              </a:ext>
            </a:extLst>
          </p:cNvPr>
          <p:cNvCxnSpPr>
            <a:cxnSpLocks/>
          </p:cNvCxnSpPr>
          <p:nvPr/>
        </p:nvCxnSpPr>
        <p:spPr>
          <a:xfrm flipV="1">
            <a:off x="8947042" y="4146550"/>
            <a:ext cx="108" cy="33020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22E8C44-D4A3-92D5-611D-BCA90F2162D2}"/>
              </a:ext>
            </a:extLst>
          </p:cNvPr>
          <p:cNvSpPr/>
          <p:nvPr/>
        </p:nvSpPr>
        <p:spPr>
          <a:xfrm rot="16200000">
            <a:off x="8698779" y="3360035"/>
            <a:ext cx="555409" cy="98256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268BE23-2F8F-C38E-359C-262A82DC236C}"/>
              </a:ext>
            </a:extLst>
          </p:cNvPr>
          <p:cNvSpPr txBox="1"/>
          <p:nvPr/>
        </p:nvSpPr>
        <p:spPr>
          <a:xfrm>
            <a:off x="8449855" y="3580590"/>
            <a:ext cx="11369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GPS UART</a:t>
            </a:r>
          </a:p>
          <a:p>
            <a:r>
              <a:rPr lang="en-US" sz="1000" dirty="0"/>
              <a:t>8N1</a:t>
            </a:r>
          </a:p>
          <a:p>
            <a:r>
              <a:rPr lang="en-US" sz="1000" dirty="0"/>
              <a:t>RX FIFO 32 deep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660AB0E-3B5B-EC14-FAD8-890133A65CBC}"/>
              </a:ext>
            </a:extLst>
          </p:cNvPr>
          <p:cNvSpPr txBox="1"/>
          <p:nvPr/>
        </p:nvSpPr>
        <p:spPr>
          <a:xfrm>
            <a:off x="8024348" y="1996921"/>
            <a:ext cx="1842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WP </a:t>
            </a:r>
            <a:r>
              <a:rPr lang="en-US" sz="1100" dirty="0"/>
              <a:t>(Wireless: Pico2W)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CE642E1-D288-48DC-D241-4307632DFBCA}"/>
              </a:ext>
            </a:extLst>
          </p:cNvPr>
          <p:cNvSpPr/>
          <p:nvPr/>
        </p:nvSpPr>
        <p:spPr>
          <a:xfrm rot="16200000">
            <a:off x="8221516" y="2854866"/>
            <a:ext cx="400111" cy="7486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90C0A937-E955-1AFA-E6B2-D4CA05B704C7}"/>
              </a:ext>
            </a:extLst>
          </p:cNvPr>
          <p:cNvCxnSpPr>
            <a:cxnSpLocks/>
          </p:cNvCxnSpPr>
          <p:nvPr/>
        </p:nvCxnSpPr>
        <p:spPr>
          <a:xfrm flipV="1">
            <a:off x="8192755" y="3426609"/>
            <a:ext cx="0" cy="15398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EC50DA0-3EAC-7EAC-1E24-0EDCA1DE43A7}"/>
              </a:ext>
            </a:extLst>
          </p:cNvPr>
          <p:cNvCxnSpPr>
            <a:cxnSpLocks/>
          </p:cNvCxnSpPr>
          <p:nvPr/>
        </p:nvCxnSpPr>
        <p:spPr>
          <a:xfrm flipV="1">
            <a:off x="8626601" y="3419632"/>
            <a:ext cx="573" cy="1448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735037C5-C0D9-4BEA-E83E-1CEA7255A936}"/>
              </a:ext>
            </a:extLst>
          </p:cNvPr>
          <p:cNvSpPr txBox="1"/>
          <p:nvPr/>
        </p:nvSpPr>
        <p:spPr>
          <a:xfrm>
            <a:off x="8092188" y="3041941"/>
            <a:ext cx="826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Merge</a:t>
            </a:r>
          </a:p>
          <a:p>
            <a:r>
              <a:rPr lang="en-US" sz="1000" dirty="0"/>
              <a:t>(Atomic)</a:t>
            </a: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2E916B49-6A6F-CC17-682C-A0DAA80C6C77}"/>
              </a:ext>
            </a:extLst>
          </p:cNvPr>
          <p:cNvCxnSpPr>
            <a:cxnSpLocks/>
          </p:cNvCxnSpPr>
          <p:nvPr/>
        </p:nvCxnSpPr>
        <p:spPr>
          <a:xfrm>
            <a:off x="8801100" y="3257550"/>
            <a:ext cx="144380" cy="585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7BD21D1B-B732-591A-AFD5-3B9495916E94}"/>
              </a:ext>
            </a:extLst>
          </p:cNvPr>
          <p:cNvSpPr/>
          <p:nvPr/>
        </p:nvSpPr>
        <p:spPr>
          <a:xfrm rot="16200000">
            <a:off x="4456213" y="4059073"/>
            <a:ext cx="645114" cy="79467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C7A4FED5-9F02-0ABA-1CBD-313EA8097FC3}"/>
              </a:ext>
            </a:extLst>
          </p:cNvPr>
          <p:cNvCxnSpPr>
            <a:cxnSpLocks/>
          </p:cNvCxnSpPr>
          <p:nvPr/>
        </p:nvCxnSpPr>
        <p:spPr>
          <a:xfrm flipH="1">
            <a:off x="4188452" y="4488544"/>
            <a:ext cx="17164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D7F2D733-45F4-88A3-D594-EF1ACB617AE4}"/>
              </a:ext>
            </a:extLst>
          </p:cNvPr>
          <p:cNvSpPr txBox="1"/>
          <p:nvPr/>
        </p:nvSpPr>
        <p:spPr>
          <a:xfrm>
            <a:off x="4328174" y="4101435"/>
            <a:ext cx="901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TX Ctrl</a:t>
            </a:r>
          </a:p>
          <a:p>
            <a:r>
              <a:rPr lang="en-US" sz="1000" dirty="0"/>
              <a:t>Compresses 16-bit events to 1 transfer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FCEBC151-1C7B-4B77-3DB1-418F4CA19D40}"/>
              </a:ext>
            </a:extLst>
          </p:cNvPr>
          <p:cNvCxnSpPr>
            <a:cxnSpLocks/>
            <a:endCxn id="146" idx="1"/>
          </p:cNvCxnSpPr>
          <p:nvPr/>
        </p:nvCxnSpPr>
        <p:spPr>
          <a:xfrm flipH="1" flipV="1">
            <a:off x="4778770" y="4778966"/>
            <a:ext cx="6681" cy="145569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C52E71CB-1545-DD13-5E36-7E643E3DA4BF}"/>
              </a:ext>
            </a:extLst>
          </p:cNvPr>
          <p:cNvCxnSpPr>
            <a:cxnSpLocks/>
          </p:cNvCxnSpPr>
          <p:nvPr/>
        </p:nvCxnSpPr>
        <p:spPr>
          <a:xfrm>
            <a:off x="4785451" y="4924535"/>
            <a:ext cx="2123981" cy="16773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CCEDA868-35FD-2DDB-E21A-FBA515E0A3E3}"/>
              </a:ext>
            </a:extLst>
          </p:cNvPr>
          <p:cNvCxnSpPr>
            <a:cxnSpLocks/>
          </p:cNvCxnSpPr>
          <p:nvPr/>
        </p:nvCxnSpPr>
        <p:spPr>
          <a:xfrm flipV="1">
            <a:off x="6909432" y="3343470"/>
            <a:ext cx="0" cy="1597838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55" name="Rectangle 154">
            <a:extLst>
              <a:ext uri="{FF2B5EF4-FFF2-40B4-BE49-F238E27FC236}">
                <a16:creationId xmlns:a16="http://schemas.microsoft.com/office/drawing/2014/main" id="{0EAC6435-C1FF-150E-8138-502B9E80673B}"/>
              </a:ext>
            </a:extLst>
          </p:cNvPr>
          <p:cNvSpPr/>
          <p:nvPr/>
        </p:nvSpPr>
        <p:spPr>
          <a:xfrm rot="16200000">
            <a:off x="7390676" y="2884686"/>
            <a:ext cx="507890" cy="57037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822C831-1CCB-7B0B-AF17-8D70AD18EF50}"/>
              </a:ext>
            </a:extLst>
          </p:cNvPr>
          <p:cNvSpPr txBox="1"/>
          <p:nvPr/>
        </p:nvSpPr>
        <p:spPr>
          <a:xfrm>
            <a:off x="7359431" y="2976886"/>
            <a:ext cx="682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System Control</a:t>
            </a: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7E5A18B8-F18E-1DC5-0D42-EE18ACB49CF0}"/>
              </a:ext>
            </a:extLst>
          </p:cNvPr>
          <p:cNvCxnSpPr>
            <a:cxnSpLocks/>
          </p:cNvCxnSpPr>
          <p:nvPr/>
        </p:nvCxnSpPr>
        <p:spPr>
          <a:xfrm>
            <a:off x="6907155" y="3337120"/>
            <a:ext cx="452276" cy="4465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5196D06D-F15E-E37B-6FA4-EB7FF70FB1F7}"/>
              </a:ext>
            </a:extLst>
          </p:cNvPr>
          <p:cNvSpPr txBox="1"/>
          <p:nvPr/>
        </p:nvSpPr>
        <p:spPr>
          <a:xfrm rot="16200000">
            <a:off x="6354521" y="4190289"/>
            <a:ext cx="9494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Flow Control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C32F89DD-B6D6-5E95-F7F3-9D81F62D5F4F}"/>
              </a:ext>
            </a:extLst>
          </p:cNvPr>
          <p:cNvSpPr txBox="1"/>
          <p:nvPr/>
        </p:nvSpPr>
        <p:spPr>
          <a:xfrm>
            <a:off x="4496849" y="5094472"/>
            <a:ext cx="26092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ECU Log Data Stream (2.5 Megabaud)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18B67390-2764-F393-C5FC-2611DD8E48BE}"/>
              </a:ext>
            </a:extLst>
          </p:cNvPr>
          <p:cNvSpPr/>
          <p:nvPr/>
        </p:nvSpPr>
        <p:spPr>
          <a:xfrm rot="16200000">
            <a:off x="8820895" y="2645702"/>
            <a:ext cx="907435" cy="63513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7357B8F5-1FB9-F4BC-A221-4ABF09600219}"/>
              </a:ext>
            </a:extLst>
          </p:cNvPr>
          <p:cNvSpPr txBox="1"/>
          <p:nvPr/>
        </p:nvSpPr>
        <p:spPr>
          <a:xfrm>
            <a:off x="8918333" y="2576976"/>
            <a:ext cx="682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Merged</a:t>
            </a:r>
          </a:p>
          <a:p>
            <a:r>
              <a:rPr lang="en-US" sz="1000" dirty="0"/>
              <a:t>Log</a:t>
            </a:r>
          </a:p>
          <a:p>
            <a:r>
              <a:rPr lang="en-US" sz="1000" dirty="0"/>
              <a:t>Buffer</a:t>
            </a:r>
          </a:p>
          <a:p>
            <a:r>
              <a:rPr lang="en-US" sz="1000" dirty="0"/>
              <a:t>(96 KB)</a:t>
            </a: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3A59A30C-2048-D592-A42C-153BF930E57B}"/>
              </a:ext>
            </a:extLst>
          </p:cNvPr>
          <p:cNvCxnSpPr>
            <a:cxnSpLocks/>
          </p:cNvCxnSpPr>
          <p:nvPr/>
        </p:nvCxnSpPr>
        <p:spPr>
          <a:xfrm flipH="1">
            <a:off x="8805268" y="2732937"/>
            <a:ext cx="151776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89072-2651-4CE1-8958-6438C7CA3185}"/>
              </a:ext>
            </a:extLst>
          </p:cNvPr>
          <p:cNvCxnSpPr>
            <a:cxnSpLocks/>
          </p:cNvCxnSpPr>
          <p:nvPr/>
        </p:nvCxnSpPr>
        <p:spPr>
          <a:xfrm flipH="1">
            <a:off x="2736156" y="4559300"/>
            <a:ext cx="51184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5B1D79D-4A1E-A81F-CD38-D1AC24051C85}"/>
              </a:ext>
            </a:extLst>
          </p:cNvPr>
          <p:cNvSpPr/>
          <p:nvPr/>
        </p:nvSpPr>
        <p:spPr>
          <a:xfrm rot="16200000">
            <a:off x="7274100" y="2183250"/>
            <a:ext cx="597864" cy="46223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5BF464-E4A0-A4F2-98E7-A536A35CC7B7}"/>
              </a:ext>
            </a:extLst>
          </p:cNvPr>
          <p:cNvSpPr txBox="1"/>
          <p:nvPr/>
        </p:nvSpPr>
        <p:spPr>
          <a:xfrm>
            <a:off x="7359431" y="2115436"/>
            <a:ext cx="9825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WiFi</a:t>
            </a:r>
            <a:endParaRPr lang="en-US" sz="1000" dirty="0"/>
          </a:p>
          <a:p>
            <a:endParaRPr lang="en-US" sz="10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3BADB03-638B-EAFC-9DAF-EFADDD959341}"/>
              </a:ext>
            </a:extLst>
          </p:cNvPr>
          <p:cNvCxnSpPr>
            <a:cxnSpLocks/>
          </p:cNvCxnSpPr>
          <p:nvPr/>
        </p:nvCxnSpPr>
        <p:spPr>
          <a:xfrm flipH="1" flipV="1">
            <a:off x="7812934" y="2590800"/>
            <a:ext cx="243106" cy="2793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83792C03-DE61-EE8E-D9C8-2CE0D649E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723" y="1243118"/>
            <a:ext cx="800212" cy="704948"/>
          </a:xfrm>
          <a:prstGeom prst="rect">
            <a:avLst/>
          </a:prstGeom>
        </p:spPr>
      </p:pic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3E78B9E-0D0F-A30D-262D-80345DAE8B4D}"/>
              </a:ext>
            </a:extLst>
          </p:cNvPr>
          <p:cNvCxnSpPr>
            <a:cxnSpLocks/>
          </p:cNvCxnSpPr>
          <p:nvPr/>
        </p:nvCxnSpPr>
        <p:spPr>
          <a:xfrm flipV="1">
            <a:off x="7583867" y="2713301"/>
            <a:ext cx="0" cy="195271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BE4010D-3A51-4B43-2528-6F2DACA95A26}"/>
              </a:ext>
            </a:extLst>
          </p:cNvPr>
          <p:cNvCxnSpPr>
            <a:cxnSpLocks/>
          </p:cNvCxnSpPr>
          <p:nvPr/>
        </p:nvCxnSpPr>
        <p:spPr>
          <a:xfrm>
            <a:off x="6414498" y="3086354"/>
            <a:ext cx="951502" cy="6096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0D079095-D046-2676-64E2-5F2752DB88E3}"/>
              </a:ext>
            </a:extLst>
          </p:cNvPr>
          <p:cNvSpPr txBox="1"/>
          <p:nvPr/>
        </p:nvSpPr>
        <p:spPr>
          <a:xfrm>
            <a:off x="6649885" y="2896236"/>
            <a:ext cx="5541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SWD</a:t>
            </a:r>
          </a:p>
        </p:txBody>
      </p:sp>
    </p:spTree>
    <p:extLst>
      <p:ext uri="{BB962C8B-B14F-4D97-AF65-F5344CB8AC3E}">
        <p14:creationId xmlns:p14="http://schemas.microsoft.com/office/powerpoint/2010/main" val="2651944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3856</TotalTime>
  <Words>159</Words>
  <Application>Microsoft Office PowerPoint</Application>
  <PresentationFormat>Widescreen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Robin Hodgson</dc:creator>
  <cp:lastModifiedBy>Robin Hodgson</cp:lastModifiedBy>
  <cp:revision>18</cp:revision>
  <dcterms:created xsi:type="dcterms:W3CDTF">2025-11-11T00:40:38Z</dcterms:created>
  <dcterms:modified xsi:type="dcterms:W3CDTF">2026-03-29T17:21:59Z</dcterms:modified>
</cp:coreProperties>
</file>